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开场：DCC-MCP 是一个面向数字内容创作工具的统一 MCP 网关生态。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第一部分：框架是什么、架构长什么样、生态现状。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四个要点：统一网关、薄适配器、渐进式发现、技能包机制。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自上而下五层：客户端、Rust 网关、Sidecar 生命周期层、适配器 RPC 层、DCC 应用层。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能力设计哲学：任务级、契约化、渐进式。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数字来自仓库清单与各适配器 AGENTS.md，均为可核实的保守口径。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第二部分：一次调用如何走完发现、执行、批处理与产物闭环。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五步：发现 → 加载 → 调用 → 作业 → 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第三部分：Office 域如何复用同一套控制面，形成双后端执行模型。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 PPT 即由该流程生成：Deck IR → Open XML 编译 → COM 渲染。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两条主线：执行路径有明确优先级，能力面保持任务级抽象。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收尾：欢迎共建适配器与技能包。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77440"/>
            <a:ext cx="2011680" cy="508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5400" b="1">
                <a:solidFill>
                  <a:srgbClr val="E8ECF2"/>
                </a:solidFill>
                <a:latin typeface="Segoe UI"/>
                <a:ea typeface="Segoe UI"/>
              </a:rPr>
              <a:t>DCC-MCP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" b="0">
                <a:solidFill>
                  <a:srgbClr val="9AA7BC"/>
                </a:solidFill>
                <a:latin typeface="Segoe UI"/>
                <a:ea typeface="Segoe UI"/>
              </a:rPr>
              <a:t>多 DCC 统一智能体网关框架</a:t>
            </a:r>
          </a:p>
          <a:p>
            <a:pPr algn="l"/>
            <a:r>
              <a:rPr sz="2000" b="0">
                <a:solidFill>
                  <a:srgbClr val="9AA7BC"/>
                </a:solidFill>
                <a:latin typeface="Segoe UI"/>
                <a:ea typeface="Segoe UI"/>
              </a:rPr>
              <a:t>让 AI 进入每一个创作工具 · Maya / Blender / Houdini / Photoshop / Unity /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200" b="0">
                <a:solidFill>
                  <a:srgbClr val="9AA7BC"/>
                </a:solidFill>
                <a:latin typeface="Segoe UI"/>
                <a:ea typeface="Segoe UI"/>
              </a:rPr>
              <a:t>DCC-MCP 框架介绍 · draft:dcc-mcp-framework-intro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83464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Segoe UI"/>
              </a:rPr>
              <a:t>01 · 框架总览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什么是 DCC-MCP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面向数字内容创作（DCC）工具的统一 MCP 网关生态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一个 DCC 一个适配器仓库：Maya、Blender、Houdini、Photoshop、Unity、Office…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统一的能力发现机制：list → search → load_skill → 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Skills 机制：把稳定流程固化为可复用的技能包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总体架构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46304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Agent / MCP Client / IDE / CI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33172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dcc-mcp-gateway（Rust）：路由 · 能力索引 · Job · Artifact · 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320040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Sidecar（RFC #998）：进程生命周期 · PPID 守护 · HostRpcClient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4069079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各 DCC 适配器：Maya commandPort · Blender HTTP · Houdini hrpyc · 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493776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DCC 应用：Maya / Blender / Houdini / Photoshop / Unity / Office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1851660"/>
            <a:ext cx="0" cy="3474720"/>
          </a:xfrm>
          <a:prstGeom prst="line">
            <a:avLst/>
          </a:prstGeom>
          <a:ln>
            <a:solidFill>
              <a:srgbClr val="4D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能力与 Skills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任务级 Capability，不暴露原始对象模型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渐进式发现：初始上下文不塞满数百个工具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契约化技能包：SKILL.md + tools.yaml + scripts/&lt;name&gt;.py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Maya 单仓 25+ 域技能包、198 个结构化操作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生态现状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30+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DCC 适配器仓库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198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Maya 结构化操作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25+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Maya 域技能包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3756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5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Office 新域仓库（office / PPT / Word / Excel / Outlook）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33756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6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执行后端路径（OpenXML / COM / Graph / Office.js / UIA / CUA）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33756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12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Office MVP 验收标准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83464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Segoe UI"/>
              </a:rPr>
              <a:t>02 · 执行模型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一次调用的旅程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291840"/>
            <a:ext cx="10515600" cy="381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60219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1539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01  list / search — 渐进式能力发现</a:t>
            </a:r>
          </a:p>
        </p:txBody>
      </p:sp>
      <p:sp>
        <p:nvSpPr>
          <p:cNvPr id="7" name="Oval 6"/>
          <p:cNvSpPr/>
          <p:nvPr/>
        </p:nvSpPr>
        <p:spPr>
          <a:xfrm>
            <a:off x="3863339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4659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02  load_skill / describe — 契约与确认级别</a:t>
            </a:r>
          </a:p>
        </p:txBody>
      </p:sp>
      <p:sp>
        <p:nvSpPr>
          <p:cNvPr id="9" name="Oval 8"/>
          <p:cNvSpPr/>
          <p:nvPr/>
        </p:nvSpPr>
        <p:spPr>
          <a:xfrm>
            <a:off x="5966460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97780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03  call — 任务级 Capability</a:t>
            </a:r>
          </a:p>
        </p:txBody>
      </p:sp>
      <p:sp>
        <p:nvSpPr>
          <p:cNvPr id="11" name="Oval 10"/>
          <p:cNvSpPr/>
          <p:nvPr/>
        </p:nvSpPr>
        <p:spPr>
          <a:xfrm>
            <a:off x="8069579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899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04  Job — 批处理永不占住连接</a:t>
            </a:r>
          </a:p>
        </p:txBody>
      </p:sp>
      <p:sp>
        <p:nvSpPr>
          <p:cNvPr id="13" name="Oval 12"/>
          <p:cNvSpPr/>
          <p:nvPr/>
        </p:nvSpPr>
        <p:spPr>
          <a:xfrm>
            <a:off x="10172700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4020" y="3520440"/>
            <a:ext cx="196596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05  Artifact — 结果、预览、审计可追踪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83464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Segoe UI"/>
              </a:rPr>
              <a:t>03 · Office 自动化平台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Office 双后端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46304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Rust Gateway（dcc-mcp-core）：控制面 · Job · Artifact · 安全策略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33172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office-host.exe（C#）：每应用独立 Sidecar · 单 STA 队列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320040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POWERPNT / WINWORD / EXCEL（COM 数据面）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4069079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Open XML Worker：批量结构处理（编译器，非渲染器）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493776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Microsoft Graph / Office.js / UIA-CUA：云与兜底路径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1851660"/>
            <a:ext cx="0" cy="3474720"/>
          </a:xfrm>
          <a:prstGeom prst="line">
            <a:avLst/>
          </a:prstGeom>
          <a:ln>
            <a:solidFill>
              <a:srgbClr val="4D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设计取舍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120640" cy="640080"/>
          </a:xfrm>
          <a:prstGeom prst="roundRect">
            <a:avLst>
              <a:gd name="adj" fmla="val 12000"/>
            </a:avLst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800" b="1">
                <a:solidFill>
                  <a:srgbClr val="E8ECF2"/>
                </a:solidFill>
                <a:latin typeface="Segoe UI"/>
                <a:ea typeface="Segoe UI"/>
              </a:rPr>
              <a:t>结构化 API 优先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●  确定性、可验证、可审计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●  UIA/CUA 只做最后兜底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●  写操作不得静默降级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640080"/>
          </a:xfrm>
          <a:prstGeom prst="roundRect">
            <a:avLst>
              <a:gd name="adj" fmla="val 12000"/>
            </a:avLst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800" b="1">
                <a:solidFill>
                  <a:srgbClr val="E8ECF2"/>
                </a:solidFill>
                <a:latin typeface="Segoe UI"/>
                <a:ea typeface="Segoe UI"/>
              </a:rPr>
              <a:t>任务级能力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4884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●  不暴露原始 COM 成员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●  模板优先于自由坐标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●  检查点 + 预览 + 可追踪结果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560320"/>
            <a:ext cx="9418320" cy="13716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4800" b="1">
                <a:solidFill>
                  <a:srgbClr val="E8ECF2"/>
                </a:solidFill>
                <a:latin typeface="Segoe UI"/>
                <a:ea typeface="Segoe UI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800" b="0">
                <a:solidFill>
                  <a:srgbClr val="9AA7BC"/>
                </a:solidFill>
                <a:latin typeface="Segoe UI"/>
                <a:ea typeface="Segoe UI"/>
              </a:rPr>
              <a:t>dcc-mcp · 让 AI 进入每一个创作工具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