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77440"/>
            <a:ext cx="201168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5400" b="1">
                <a:solidFill>
                  <a:srgbClr val="E8ECF2"/>
                </a:solidFill>
                <a:latin typeface="Segoe UI"/>
                <a:ea typeface="Microsoft YaHei"/>
              </a:rPr>
              <a:t>DCC-MCP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Microsoft YaHei"/>
              </a:rPr>
              <a:t>多 DCC 统一智能体网关框架</a:t>
            </a:r>
          </a:p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Microsoft YaHei"/>
              </a:rPr>
              <a:t>让 AI 进入每一个创作工具 · Maya / Blender / Houdini / Photoshop / Unity /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200" b="0">
                <a:solidFill>
                  <a:srgbClr val="9AA7BC"/>
                </a:solidFill>
                <a:latin typeface="Segoe UI"/>
                <a:ea typeface="Microsoft YaHei"/>
              </a:rPr>
              <a:t>DCC-MCP 框架介绍 · draft:dcc-mcp-framework-intro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01 · 框架总览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什么是 DCC-MCP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面向数字内容创作（DCC）工具的统一 MCP 网关生态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一个 DCC 一个适配器仓库：Maya、Blender、Houdini、Photoshop、Unity、Office…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统一的能力发现机制：list → search → load_skill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Skills 机制：把稳定流程固化为可复用的技能包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Agent / MCP Client / IDE /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dcc-mcp-gateway（Rust）：路由 · 能力索引 · Job · Artifact ·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Sidecar（RFC #998）：进程生命周期 · PPID 守护 · HostRpcClient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各 DCC 适配器：Maya commandPort · Blender HTTP · Houdini hrpyc ·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DCC 应用：Maya / Blender / Houdini / Photoshop / Unity / Office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能力与 Skills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任务级 Capability，不暴露原始对象模型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渐进式发现：初始上下文不塞满数百个工具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契约化技能包：SKILL.md + tools.yaml + scripts/&lt;name&gt;.py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Maya 单仓 25+ 域技能包、198 个结构化操作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生态现状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DCC 适配器仓库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结构化操作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域技能包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新域仓库（office / PPT / Word / Excel / Outlook）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执行后端路径（OpenXML / COM / Graph / Office.js / UIA / CUA）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MVP 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02 · 执行模型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9184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6021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3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01  list / search — 渐进式能力发现</a:t>
            </a:r>
          </a:p>
        </p:txBody>
      </p:sp>
      <p:sp>
        <p:nvSpPr>
          <p:cNvPr id="7" name="Oval 6"/>
          <p:cNvSpPr/>
          <p:nvPr/>
        </p:nvSpPr>
        <p:spPr>
          <a:xfrm>
            <a:off x="386333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465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02  load_skill / describe — 契约与确认级别</a:t>
            </a:r>
          </a:p>
        </p:txBody>
      </p:sp>
      <p:sp>
        <p:nvSpPr>
          <p:cNvPr id="9" name="Oval 8"/>
          <p:cNvSpPr/>
          <p:nvPr/>
        </p:nvSpPr>
        <p:spPr>
          <a:xfrm>
            <a:off x="596646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9778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03  call — 任务级 Capability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06957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89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04  Job — 批处理永不占住连接</a:t>
            </a:r>
          </a:p>
        </p:txBody>
      </p:sp>
      <p:sp>
        <p:nvSpPr>
          <p:cNvPr id="13" name="Oval 12"/>
          <p:cNvSpPr/>
          <p:nvPr/>
        </p:nvSpPr>
        <p:spPr>
          <a:xfrm>
            <a:off x="1017270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402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05  Artifact — 结果、预览、审计可追踪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03 · Office 自动化平台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Office 双后端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Rust Gateway（dcc-mcp-core）：控制面 · Job · Artifact · 安全策略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office-host.exe（C#）：每应用独立 Sidecar · 单 STA 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POWERPNT / WINWORD / EXCEL（COM 数据面）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Open XML Worker：批量结构处理（编译器，非渲染器）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Microsoft Graph / Office.js / UIA-CUA：云与兜底路径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Microsoft YaHei"/>
              </a:rPr>
              <a:t>结构化 API 优先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确定性、可验证、可审计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UIA/CUA 只做最后兜底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写操作不得静默降级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Microsoft YaHei"/>
              </a:rPr>
              <a:t>任务级能力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不暴露原始 COM 成员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模板优先于自由坐标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检查点 + 预览 + 可追踪结果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13716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800" b="1">
                <a:solidFill>
                  <a:srgbClr val="E8ECF2"/>
                </a:solidFill>
                <a:latin typeface="Segoe UI"/>
                <a:ea typeface="Microsoft YaHe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dcc-mcp · 让 AI 进入每一个创作工具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