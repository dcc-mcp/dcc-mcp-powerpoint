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开场：DCC-MCP 是一个面向数字内容创作工具的统一 MCP 网关生态。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第一部分：框架是什么、架构长什么样、生态现状。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四个要点：统一网关、薄适配器、渐进式发现、技能包机制。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自上而下五层：客户端、Rust 网关、Sidecar 生命周期层、适配器 RPC 层、DCC 应用层。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能力设计哲学：任务级、契约化、渐进式。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数字来自仓库清单与各适配器 AGENTS.md，均为可核实的保守口径。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 logo 对应一个已发布适配器仓库；卡片图由官方品牌资产归一化生成。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四张图来自官网 showcase 页的公开案例，均可从 dcc-mcp.github.io/showcase 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第二部分：一次调用如何走完发现、执行、批处理与产物闭环。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五步：发现 → 加载 → 调用 → 作业 → 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第三部分：Office 域如何复用同一套控制面，形成双后端执行模型。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 PPT 即由该流程生成：Deck IR → Open XML 编译 → COM 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两条主线：执行路径有明确优先级，能力面保持任务级抽象。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收尾：欢迎共建适配器与技能包。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</a:rPr>
              <a:t>DCC-MCP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</a:rPr>
              <a:t>多 DCC 统一智能体网关框架</a:t>
            </a:r>
          </a:p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</a:rPr>
              <a:t>让 AI 进入每一个创作工具 · Maya / Blender / Houdini / Photoshop / Unity /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DCC-MCP 框架介绍 · draft:dcc-mcp-framework-intro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</a:rPr>
              <a:t>框架总览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什么是 DCC-MCP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面向数字内容创作（DCC）工具的统一 MCP 网关生态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一个 DCC 一个适配器仓库：Maya、Blender、Houdini、Photoshop、Unity、Office…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统一的能力发现机制：list → search → load_skill →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Skills 机制：把稳定流程固化为可复用的技能包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Agent / MCP Client / IDE / CI</a:t>
            </a:r>
          </a:p>
        </p:txBody>
      </p:sp>
      <p:sp>
        <p:nvSpPr>
          <p:cNvPr id="7" name="Oval 6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dcc-mcp-gateway（Rust）：路由 · 能力索引 · Job · Artifact · 策略</a:t>
            </a:r>
          </a:p>
        </p:txBody>
      </p:sp>
      <p:sp>
        <p:nvSpPr>
          <p:cNvPr id="9" name="Oval 8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Sidecar（RFC #998）：进程生命周期 · PPID 守护 · HostRpcClient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各 DCC 适配器：Maya commandPort · Blender HTTP · Houdini hrpyc · …</a:t>
            </a:r>
          </a:p>
        </p:txBody>
      </p:sp>
      <p:sp>
        <p:nvSpPr>
          <p:cNvPr id="13" name="Oval 12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DCC 应用：Maya / Blender / Houdini / Photoshop / Unity / Office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能力与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任务级 Capability，不暴露原始对象模型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渐进式发现：初始上下文不塞满数百个工具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契约化技能包：SKILL.md + tools.yaml + scripts/&lt;name&gt;.py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Maya 单仓 25+ 域技能包、198 个结构化操作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生态现状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30+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DCC 适配器仓库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198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Maya 结构化操作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25+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Maya 域技能包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Office 新域仓库（office / PPT / Word / Excel / Outlook）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执行后端路径（OpenXML / COM / Graph / Office.js / UIA / CUA）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</a:rPr>
              <a:t>Office MVP 验收标准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覆盖的 DCC 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2763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097279" cy="1097279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822960" y="277977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Maya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9010" y="162763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097279" cy="1097279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3509010" y="277977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Blender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2763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097279" cy="1097279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195060" y="277977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Houdini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1110" y="162763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097279" cy="1097279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8881110" y="277977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Photoshop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1927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74136"/>
            <a:ext cx="1097279" cy="1097279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822960" y="447141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9010" y="331927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374136"/>
            <a:ext cx="1097279" cy="1097279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3509010" y="447141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Unreal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060" y="331927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374136"/>
            <a:ext cx="1097279" cy="1097279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6195060" y="447141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Nuke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1110" y="331927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374136"/>
            <a:ext cx="1097279" cy="1097279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8881110" y="4471416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3ds Max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1091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Cinema 4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065775"/>
            <a:ext cx="1097279" cy="1097279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822960" y="6163055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Cinema 4D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501091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Katan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0450" y="5065775"/>
            <a:ext cx="1097279" cy="1097279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3509010" y="6163055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Katana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5060" y="501091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Marmose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5065775"/>
            <a:ext cx="1097279" cy="1097279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6195060" y="6163055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Marmoset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81110" y="5010912"/>
            <a:ext cx="2457450" cy="1463039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Substanc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2550" y="5065775"/>
            <a:ext cx="1097279" cy="1097279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8881110" y="6163055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Substance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真实案例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27632"/>
            <a:ext cx="514350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Blender 螺旋星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2145790" cy="1207007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822960" y="2889504"/>
            <a:ext cx="51435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Blender 螺旋星系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14350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Marmoset PBR 材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82496"/>
            <a:ext cx="2145790" cy="1207007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195060" y="2889504"/>
            <a:ext cx="51435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Marmoset PBR 材质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514350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Hunyuan 3D 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83864"/>
            <a:ext cx="2145790" cy="1207007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822960" y="4690872"/>
            <a:ext cx="51435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Hunyuan 3D 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429000"/>
            <a:ext cx="514350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ZBrush 重拓扑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483864"/>
            <a:ext cx="2145790" cy="1207007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195060" y="4690872"/>
            <a:ext cx="51435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ZBrush 重拓扑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</a:rPr>
              <a:t>执行模型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一次调用的旅程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</a:rPr>
              <a:t>list / search — 渐进式能力发现</a:t>
            </a:r>
          </a:p>
        </p:txBody>
      </p:sp>
      <p:sp>
        <p:nvSpPr>
          <p:cNvPr id="8" name="Oval 7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</a:rPr>
              <a:t>load_skill / describe — 契约与确认级别</a:t>
            </a:r>
          </a:p>
        </p:txBody>
      </p:sp>
      <p:sp>
        <p:nvSpPr>
          <p:cNvPr id="10" name="Oval 9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</a:rPr>
              <a:t>call — 任务级 Capability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</a:rPr>
              <a:t>Job — 批处理永不占住连接</a:t>
            </a:r>
          </a:p>
        </p:txBody>
      </p:sp>
      <p:sp>
        <p:nvSpPr>
          <p:cNvPr id="14" name="Oval 13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</a:rPr>
              <a:t>Artifact — 结果、预览、审计可追踪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</a:rPr>
              <a:t>Office 自动化平台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Office 双后端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Rust Gateway（dcc-mcp-core）：控制面 · Job · Artifact · 安全策略</a:t>
            </a:r>
          </a:p>
        </p:txBody>
      </p:sp>
      <p:sp>
        <p:nvSpPr>
          <p:cNvPr id="7" name="Oval 6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office-host.exe（C#）：每应用独立 Sidecar · 单 STA 队列</a:t>
            </a:r>
          </a:p>
        </p:txBody>
      </p:sp>
      <p:sp>
        <p:nvSpPr>
          <p:cNvPr id="9" name="Oval 8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POWERPNT / WINWORD / EXCEL（COM 数据面）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Open XML Worker：批量结构处理（编译器，非渲染器）</a:t>
            </a:r>
          </a:p>
        </p:txBody>
      </p:sp>
      <p:sp>
        <p:nvSpPr>
          <p:cNvPr id="13" name="Oval 12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Microsoft Graph / Office.js / UIA-CUA：云与兜底路径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设计取舍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</a:rPr>
              <a:t>结构化 API 优先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确定性、可验证、可审计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UIA/CUA 只做最后兜底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写操作不得静默降级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</a:rPr>
              <a:t>任务级能力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不暴露原始 COM 成员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模板优先于自由坐标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✓  检查点 + 预览 + 可追踪结果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</a:rPr>
              <a:t>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</a:rPr>
              <a:t>dcc-mcp · 让 AI 进入每一个创作工具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框架介绍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