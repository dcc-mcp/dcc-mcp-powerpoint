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deck generated from DCC render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81160" y="4434840"/>
            <a:ext cx="2788920" cy="228600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418320" cy="12801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5400" b="1">
                <a:solidFill>
                  <a:srgbClr val="E8ECF2"/>
                </a:solidFill>
                <a:latin typeface="Segoe UI"/>
                <a:ea typeface="Microsoft YaHei"/>
              </a:rPr>
              <a:t>DCC-MCP Framework Review —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7568" y="3977639"/>
            <a:ext cx="822960" cy="5080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251960"/>
            <a:ext cx="9418320" cy="9144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800" b="0">
                <a:solidFill>
                  <a:srgbClr val="9AA7BC"/>
                </a:solidFill>
                <a:latin typeface="Segoe UI"/>
                <a:ea typeface="Microsoft YaHei"/>
              </a:rPr>
              <a:t>2 shots · generated by dcc-mcp-PowerPoint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263640"/>
            <a:ext cx="9418320" cy="32004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100" b="0">
                <a:solidFill>
                  <a:srgbClr val="9AA7BC"/>
                </a:solidFill>
                <a:latin typeface="Segoe UI"/>
                <a:ea typeface="Microsoft YaHei"/>
              </a:rPr>
              <a:t>DCC-MCP Framework Review — Demo · draft:review-dcc-mcp-framework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Framework Review —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Shot / Asset 清单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783080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1627632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deck_architecture — v1 (dcc-mcp-office)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96312"/>
            <a:ext cx="10515600" cy="15240"/>
          </a:xfrm>
          <a:prstGeom prst="rect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715768"/>
            <a:ext cx="165100" cy="165100"/>
          </a:xfrm>
          <a:prstGeom prst="ellipse">
            <a:avLst/>
          </a:prstGeom>
          <a:solidFill>
            <a:srgbClr val="7FC8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560320"/>
            <a:ext cx="10012680" cy="82296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650" b="0">
                <a:solidFill>
                  <a:srgbClr val="E8ECF2"/>
                </a:solidFill>
                <a:latin typeface="Segoe UI"/>
                <a:ea typeface="Microsoft YaHei"/>
              </a:rPr>
              <a:t>deck_kpi — v1 (dcc-mcp-office)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Framework Review —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deck_architecture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xamples/output/previews/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27632"/>
            <a:ext cx="7640320" cy="4297680"/>
          </a:xfrm>
          <a:prstGeom prst="rect">
            <a:avLst/>
          </a:prstGeom>
          <a:effectLst/>
        </p:spPr>
      </p:pic>
      <p:sp>
        <p:nvSpPr>
          <p:cNvPr id="6" name="Rounded Rectangle 5"/>
          <p:cNvSpPr/>
          <p:nvPr/>
        </p:nvSpPr>
        <p:spPr>
          <a:xfrm>
            <a:off x="6446520" y="1627632"/>
            <a:ext cx="4846320" cy="4297680"/>
          </a:xfrm>
          <a:prstGeom prst="roundRect">
            <a:avLst>
              <a:gd name="adj" fmla="val 5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名称: deck_architecture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版本: v1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制作: dcc-mcp-office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日期: 2026-08-16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备注: 总体架构页 —— 五层结构：客户端 / Rust 网关 / Sidecar / 适配器 / DCC 应用。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Framework Review —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8580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2800" b="1">
                <a:solidFill>
                  <a:srgbClr val="E8ECF2"/>
                </a:solidFill>
                <a:latin typeface="Segoe UI"/>
                <a:ea typeface="Microsoft YaHei"/>
              </a:rPr>
              <a:t>deck_kpi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822960" cy="44450"/>
          </a:xfrm>
          <a:prstGeom prst="rect">
            <a:avLst/>
          </a:prstGeom>
          <a:solidFill>
            <a:srgbClr val="4D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xamples/output/previews/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27632"/>
            <a:ext cx="7640320" cy="4297680"/>
          </a:xfrm>
          <a:prstGeom prst="rect">
            <a:avLst/>
          </a:prstGeom>
          <a:effectLst/>
        </p:spPr>
      </p:pic>
      <p:sp>
        <p:nvSpPr>
          <p:cNvPr id="6" name="Rounded Rectangle 5"/>
          <p:cNvSpPr/>
          <p:nvPr/>
        </p:nvSpPr>
        <p:spPr>
          <a:xfrm>
            <a:off x="6446520" y="1627632"/>
            <a:ext cx="4846320" cy="4297680"/>
          </a:xfrm>
          <a:prstGeom prst="roundRect">
            <a:avLst>
              <a:gd name="adj" fmla="val 5000"/>
            </a:avLst>
          </a:prstGeom>
          <a:solidFill>
            <a:srgbClr val="1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名称: deck_kpi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版本: v1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制作: dcc-mcp-office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日期: 2026-08-16</a:t>
            </a:r>
          </a:p>
          <a:p>
            <a:pPr algn="l"/>
            <a:r>
              <a:rPr sz="1450" b="0">
                <a:solidFill>
                  <a:srgbClr val="E8ECF2"/>
                </a:solidFill>
                <a:latin typeface="Segoe UI"/>
                <a:ea typeface="Microsoft YaHei"/>
              </a:rPr>
              <a:t>●  备注: 生态现状 KPI —— 30+ 适配器、198 个 Maya 操作、25+ 域技能包。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Framework Review —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320040"/>
            <a:ext cx="2651760" cy="2651760"/>
          </a:xfrm>
          <a:prstGeom prst="ellipse">
            <a:avLst/>
          </a:prstGeom>
          <a:solidFill>
            <a:srgbClr val="223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063240"/>
            <a:ext cx="9418320" cy="10972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4600" b="1">
                <a:solidFill>
                  <a:srgbClr val="E8ECF2"/>
                </a:solidFill>
                <a:latin typeface="Segoe UI"/>
                <a:ea typeface="Microsoft YaHei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43400"/>
            <a:ext cx="9418320" cy="64008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ctr"/>
            <a:r>
              <a:rPr sz="1600" b="0">
                <a:solidFill>
                  <a:srgbClr val="9AA7BC"/>
                </a:solidFill>
                <a:latin typeface="Segoe UI"/>
                <a:ea typeface="Microsoft YaHei"/>
              </a:rPr>
              <a:t>覆盖 2 个 shot/asset，缺失资产 0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7315200" cy="274320"/>
          </a:xfrm>
          <a:prstGeom prst="rect">
            <a:avLst/>
          </a:prstGeom>
          <a:noFill/>
          <a:effectLst/>
        </p:spPr>
        <p:txBody>
          <a:bodyPr wrap="square" lIns="50800" rIns="50800">
            <a:spAutoFit/>
          </a:bodyPr>
          <a:lstStyle/>
          <a:p>
            <a:pPr algn="l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DCC-MCP Framework Review —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1097280" cy="320040"/>
          </a:xfrm>
          <a:prstGeom prst="rect">
            <a:avLst/>
          </a:prstGeom>
          <a:noFill/>
          <a:effectLst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AA7BC"/>
                </a:solidFill>
                <a:latin typeface="Segoe UI"/>
                <a:ea typeface="Microsoft YaHei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