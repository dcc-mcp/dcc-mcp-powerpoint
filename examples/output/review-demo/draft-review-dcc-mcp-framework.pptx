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deck generated from DCC render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81160" y="4434840"/>
            <a:ext cx="2788920" cy="228600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41832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5400" b="1">
                <a:solidFill>
                  <a:srgbClr val="E8ECF2"/>
                </a:solidFill>
                <a:latin typeface="Segoe UI"/>
                <a:ea typeface="Microsoft YaHei"/>
              </a:rPr>
              <a:t>DCC-MCP Framework Review —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7568" y="3977639"/>
            <a:ext cx="822960" cy="508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251960"/>
            <a:ext cx="9418320" cy="9144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800" b="0">
                <a:solidFill>
                  <a:srgbClr val="9AA7BC"/>
                </a:solidFill>
                <a:latin typeface="Segoe UI"/>
                <a:ea typeface="Microsoft YaHei"/>
              </a:rPr>
              <a:t>2 shots · generated by dcc-mcp-PowerPoint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263640"/>
            <a:ext cx="9418320" cy="32004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</a:rPr>
              <a:t>DCC-MCP Framework Review — Demo · draft:review-dcc-mcp-framework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DCC-MCP Framework Review —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</a:rPr>
              <a:t>Shot / Asset 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783080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627632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</a:rPr>
              <a:t>deck_architecture — v1 (dcc-mcp-office)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96312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715768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560320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</a:rPr>
              <a:t>deck_kpi — v1 (dcc-mcp-office)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DCC-MCP Framework Review —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</a:rPr>
              <a:t>deck_architecture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27632"/>
            <a:ext cx="764032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46520" y="1627632"/>
            <a:ext cx="4846320" cy="4297680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●  名称: deck_architecture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●  版本: v1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●  制作: dcc-mcp-office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●  日期: 2026-08-16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●  备注: 总体架构页 —— 五层结构：客户端 / Rust 网关 / Sidecar / 适配器 / DCC 应用。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DCC-MCP Framework Review —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</a:rPr>
              <a:t>deck_kpi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27632"/>
            <a:ext cx="764032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46520" y="1627632"/>
            <a:ext cx="4846320" cy="4297680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●  名称: deck_kpi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●  版本: v1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●  制作: dcc-mcp-office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●  日期: 2026-08-16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</a:rPr>
              <a:t>●  备注: 生态现状 KPI —— 30+ 适配器、198 个 Maya 操作、25+ 域技能包。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DCC-MCP Framework Review —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320040"/>
            <a:ext cx="2651760" cy="265176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063240"/>
            <a:ext cx="9418320" cy="10972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4600" b="1">
                <a:solidFill>
                  <a:srgbClr val="E8ECF2"/>
                </a:solidFill>
                <a:latin typeface="Segoe UI"/>
                <a:ea typeface="Microsoft YaHei"/>
              </a:rPr>
              <a:t>Thanks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43400"/>
            <a:ext cx="9418320" cy="6400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600" b="0">
                <a:solidFill>
                  <a:srgbClr val="9AA7BC"/>
                </a:solidFill>
                <a:latin typeface="Segoe UI"/>
                <a:ea typeface="Microsoft YaHei"/>
              </a:rPr>
              <a:t>覆盖 2 个 shot/asset，缺失资产 0 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DCC-MCP Framework Review —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