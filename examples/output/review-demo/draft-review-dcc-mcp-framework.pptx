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deck generated from DCC render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77440"/>
            <a:ext cx="2011680" cy="5080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5400" b="1">
                <a:solidFill>
                  <a:srgbClr val="E8ECF2"/>
                </a:solidFill>
                <a:latin typeface="Segoe UI"/>
                <a:ea typeface="Microsoft YaHei"/>
              </a:rPr>
              <a:t>DCC-MCP Framework Review —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000" b="0">
                <a:solidFill>
                  <a:srgbClr val="9AA7BC"/>
                </a:solidFill>
                <a:latin typeface="Segoe UI"/>
                <a:ea typeface="Microsoft YaHei"/>
              </a:rPr>
              <a:t>2 shots · generated by dcc-mcp-PowerPoint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200" b="0">
                <a:solidFill>
                  <a:srgbClr val="9AA7BC"/>
                </a:solidFill>
                <a:latin typeface="Segoe UI"/>
                <a:ea typeface="Microsoft YaHei"/>
              </a:rPr>
              <a:t>DCC-MCP Framework Review — Demo · draft:review-dcc-mcp-framework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Shot / Asset 清单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deck_architecture — v1 (dcc-mcp-office)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deck_kpi — v1 (dcc-mcp-office)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deck_architecture</a:t>
            </a:r>
          </a:p>
        </p:txBody>
      </p:sp>
      <p:pic>
        <p:nvPicPr>
          <p:cNvPr id="4" name="Picture 3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8453120" cy="4754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766560" y="1371600"/>
            <a:ext cx="4572000" cy="4754880"/>
          </a:xfrm>
          <a:prstGeom prst="roundRect">
            <a:avLst>
              <a:gd name="adj" fmla="val 6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名称: deck_architecture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版本: v1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制作: dcc-mcp-office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日期: 2026-08-16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备注: 总体架构页 —— 五层结构：客户端 / Rust 网关 / Sidecar / 适配器 / DCC 应用。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deck_kpi</a:t>
            </a:r>
          </a:p>
        </p:txBody>
      </p:sp>
      <p:pic>
        <p:nvPicPr>
          <p:cNvPr id="4" name="Picture 3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8453120" cy="4754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766560" y="1371600"/>
            <a:ext cx="4572000" cy="4754880"/>
          </a:xfrm>
          <a:prstGeom prst="roundRect">
            <a:avLst>
              <a:gd name="adj" fmla="val 6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名称: deck_kpi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版本: v1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制作: dcc-mcp-office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日期: 2026-08-16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备注: 生态现状 KPI —— 30+ 适配器、198 个 Maya 操作、25+ 域技能包。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18320" cy="13716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4800" b="1">
                <a:solidFill>
                  <a:srgbClr val="E8ECF2"/>
                </a:solidFill>
                <a:latin typeface="Segoe UI"/>
                <a:ea typeface="Microsoft YaHei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41832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800" b="0">
                <a:solidFill>
                  <a:srgbClr val="9AA7BC"/>
                </a:solidFill>
                <a:latin typeface="Segoe UI"/>
                <a:ea typeface="Microsoft YaHei"/>
              </a:rPr>
              <a:t>覆盖 2 个 shot/asset，缺失资产 0 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